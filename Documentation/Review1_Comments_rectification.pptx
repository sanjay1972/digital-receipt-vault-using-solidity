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7" r:id="rId1"/>
    <p:sldMasterId id="2147483658" r:id="rId2"/>
  </p:sldMasterIdLst>
  <p:notesMasterIdLst>
    <p:notesMasterId r:id="rId4"/>
  </p:notesMasterIdLst>
  <p:handoutMasterIdLst>
    <p:handoutMasterId r:id="rId5"/>
  </p:handoutMasterIdLst>
  <p:sldIdLst>
    <p:sldId id="295" r:id="rId3"/>
  </p:sldIdLst>
  <p:sldSz cx="9144000" cy="6858000" type="screen4x3"/>
  <p:notesSz cx="9144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214308-F0E3-4687-BC59-15A1703D4593}">
  <a:tblStyle styleId="{FE214308-F0E3-4687-BC59-15A1703D459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3960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94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Header Placeholder 1">
            <a:extLst>
              <a:ext uri="{FF2B5EF4-FFF2-40B4-BE49-F238E27FC236}">
                <a16:creationId xmlns:a16="http://schemas.microsoft.com/office/drawing/2014/main" id="{4A087E6E-C3E4-1838-EB52-DBDBAC2C9F6F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buNone/>
              <a:defRPr sz="1200"/>
            </a:lvl1pPr>
          </a:lstStyle>
          <a:p>
            <a:endParaRPr lang="en-IN" altLang="en-US"/>
          </a:p>
        </p:txBody>
      </p:sp>
      <p:sp>
        <p:nvSpPr>
          <p:cNvPr id="4099" name="Date Placeholder 2">
            <a:extLst>
              <a:ext uri="{FF2B5EF4-FFF2-40B4-BE49-F238E27FC236}">
                <a16:creationId xmlns:a16="http://schemas.microsoft.com/office/drawing/2014/main" id="{32D387AF-C3C7-32F9-4B02-1047EA16EE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200"/>
            </a:lvl1pPr>
          </a:lstStyle>
          <a:p>
            <a:fld id="{489D54E8-7B66-4745-9E2F-892DF44CD480}" type="datetimeFigureOut">
              <a:rPr lang="en-IN" altLang="en-US"/>
              <a:pPr/>
              <a:t>17-02-2026</a:t>
            </a:fld>
            <a:endParaRPr lang="en-IN" altLang="en-US"/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E3582203-20CA-5B8D-5D91-6ADBFA2969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 bwMode="auto"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Font typeface="Arial" panose="020B0604020202020204" pitchFamily="34" charset="0"/>
              <a:buNone/>
              <a:defRPr sz="1200"/>
            </a:lvl1pPr>
          </a:lstStyle>
          <a:p>
            <a:endParaRPr lang="en-IN" altLang="en-US"/>
          </a:p>
        </p:txBody>
      </p:sp>
      <p:sp>
        <p:nvSpPr>
          <p:cNvPr id="4101" name="Slide Number Placeholder 4">
            <a:extLst>
              <a:ext uri="{FF2B5EF4-FFF2-40B4-BE49-F238E27FC236}">
                <a16:creationId xmlns:a16="http://schemas.microsoft.com/office/drawing/2014/main" id="{F6F6B1D7-18C2-6E58-CC2B-4C7A8BF278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 bwMode="auto"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200"/>
            </a:lvl1pPr>
          </a:lstStyle>
          <a:p>
            <a:fld id="{5377F286-5289-4173-8AE7-5049EE6AED13}" type="slidenum">
              <a:rPr lang="en-IN" altLang="en-US"/>
              <a:pPr/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Google Shape;3;n">
            <a:extLst>
              <a:ext uri="{FF2B5EF4-FFF2-40B4-BE49-F238E27FC236}">
                <a16:creationId xmlns:a16="http://schemas.microsoft.com/office/drawing/2014/main" id="{825E67DA-F13F-6127-EFB0-5058D2FA7DA3}"/>
              </a:ext>
            </a:extLst>
          </p:cNvPr>
          <p:cNvSpPr txBox="1">
            <a:spLocks noGrp="1"/>
          </p:cNvSpPr>
          <p:nvPr>
            <p:ph type="hdr" idx="2"/>
          </p:nvPr>
        </p:nvSpPr>
        <p:spPr bwMode="auto"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075" name="Google Shape;4;n">
            <a:extLst>
              <a:ext uri="{FF2B5EF4-FFF2-40B4-BE49-F238E27FC236}">
                <a16:creationId xmlns:a16="http://schemas.microsoft.com/office/drawing/2014/main" id="{1325E505-8561-7192-51E7-50A18A58BD21}"/>
              </a:ext>
            </a:extLst>
          </p:cNvPr>
          <p:cNvSpPr txBox="1">
            <a:spLocks noGrp="1"/>
          </p:cNvSpPr>
          <p:nvPr>
            <p:ph type="dt" idx="10"/>
          </p:nvPr>
        </p:nvSpPr>
        <p:spPr bwMode="auto"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Google Shape;5;n">
            <a:extLst>
              <a:ext uri="{FF2B5EF4-FFF2-40B4-BE49-F238E27FC236}">
                <a16:creationId xmlns:a16="http://schemas.microsoft.com/office/drawing/2014/main" id="{BF19FB5D-7B50-2C37-7B8F-B7609B43EBEA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 bwMode="auto">
          <a:xfrm>
            <a:off x="3028950" y="857250"/>
            <a:ext cx="3086100" cy="2314575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Google Shape;6;n">
            <a:extLst>
              <a:ext uri="{FF2B5EF4-FFF2-40B4-BE49-F238E27FC236}">
                <a16:creationId xmlns:a16="http://schemas.microsoft.com/office/drawing/2014/main" id="{B050CB20-F7AF-2397-F661-27AEBBE6C3C6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3078" name="Google Shape;7;n">
            <a:extLst>
              <a:ext uri="{FF2B5EF4-FFF2-40B4-BE49-F238E27FC236}">
                <a16:creationId xmlns:a16="http://schemas.microsoft.com/office/drawing/2014/main" id="{5E5C5244-1C46-A042-A66B-0677C5E3DE0A}"/>
              </a:ext>
            </a:extLst>
          </p:cNvPr>
          <p:cNvSpPr txBox="1">
            <a:spLocks noGrp="1"/>
          </p:cNvSpPr>
          <p:nvPr>
            <p:ph type="ftr" idx="11"/>
          </p:nvPr>
        </p:nvSpPr>
        <p:spPr bwMode="auto"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b" anchorCtr="0" compatLnSpc="1">
            <a:prstTxWarp prst="textNoShape">
              <a:avLst/>
            </a:prstTxWarp>
          </a:bodyPr>
          <a:lstStyle>
            <a:lvl1pPr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3079" name="Google Shape;8;n">
            <a:extLst>
              <a:ext uri="{FF2B5EF4-FFF2-40B4-BE49-F238E27FC236}">
                <a16:creationId xmlns:a16="http://schemas.microsoft.com/office/drawing/2014/main" id="{EBD5431C-A444-BB42-C21A-7A9C0F4C29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45700" rIns="91425" bIns="457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fld id="{33E4715D-7112-4C4A-824A-5BF9CDFD81B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1pPr>
    <a:lvl2pPr marL="914400" lvl="1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2pPr>
    <a:lvl3pPr marL="1371600" lvl="2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3pPr>
    <a:lvl4pPr marL="1828800" lvl="3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4pPr>
    <a:lvl5pPr marL="2286000" lvl="4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panose="020B0604020202020204" pitchFamily="34" charset="0"/>
      <a:defRPr sz="1400">
        <a:solidFill>
          <a:srgbClr val="000000"/>
        </a:solidFill>
        <a:latin typeface="Arial"/>
        <a:ea typeface="Arial"/>
        <a:cs typeface="Arial"/>
        <a:sym typeface="Arial" panose="020B06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299300" y="1571390"/>
            <a:ext cx="8639810" cy="207391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3;p1">
            <a:extLst>
              <a:ext uri="{FF2B5EF4-FFF2-40B4-BE49-F238E27FC236}">
                <a16:creationId xmlns:a16="http://schemas.microsoft.com/office/drawing/2014/main" id="{535EA412-9AE9-B09D-5FD7-FF68A9BD4971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14;p1">
            <a:extLst>
              <a:ext uri="{FF2B5EF4-FFF2-40B4-BE49-F238E27FC236}">
                <a16:creationId xmlns:a16="http://schemas.microsoft.com/office/drawing/2014/main" id="{D49AA2DD-7FAB-71B0-6C9F-6D97A93609E0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15;p1">
            <a:extLst>
              <a:ext uri="{FF2B5EF4-FFF2-40B4-BE49-F238E27FC236}">
                <a16:creationId xmlns:a16="http://schemas.microsoft.com/office/drawing/2014/main" id="{82762E19-53C3-0AC0-A2AE-C026FA790C62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CC1873-A6AA-4300-87CE-4A16458C83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468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3;p1">
            <a:extLst>
              <a:ext uri="{FF2B5EF4-FFF2-40B4-BE49-F238E27FC236}">
                <a16:creationId xmlns:a16="http://schemas.microsoft.com/office/drawing/2014/main" id="{C87A5566-3734-C46C-5046-969A95535639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14;p1">
            <a:extLst>
              <a:ext uri="{FF2B5EF4-FFF2-40B4-BE49-F238E27FC236}">
                <a16:creationId xmlns:a16="http://schemas.microsoft.com/office/drawing/2014/main" id="{3E8A8021-807B-B607-1F7A-B6B6E38B1E98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15;p1">
            <a:extLst>
              <a:ext uri="{FF2B5EF4-FFF2-40B4-BE49-F238E27FC236}">
                <a16:creationId xmlns:a16="http://schemas.microsoft.com/office/drawing/2014/main" id="{47D392A9-462C-EDD8-2DC3-A396B77A759A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94ABEC-247E-499B-A795-9C7176EBDF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5509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3;p1">
            <a:extLst>
              <a:ext uri="{FF2B5EF4-FFF2-40B4-BE49-F238E27FC236}">
                <a16:creationId xmlns:a16="http://schemas.microsoft.com/office/drawing/2014/main" id="{61E535F0-625A-5609-FAB2-5FB90ACDCD95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14;p1">
            <a:extLst>
              <a:ext uri="{FF2B5EF4-FFF2-40B4-BE49-F238E27FC236}">
                <a16:creationId xmlns:a16="http://schemas.microsoft.com/office/drawing/2014/main" id="{E66EBAE5-2C12-38EA-5A73-78EABA62D4B3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15;p1">
            <a:extLst>
              <a:ext uri="{FF2B5EF4-FFF2-40B4-BE49-F238E27FC236}">
                <a16:creationId xmlns:a16="http://schemas.microsoft.com/office/drawing/2014/main" id="{37A20DED-0112-CFED-0EC6-3785455208BA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E80DC7-5803-4574-B3B2-236B939CFA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8854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3;p1">
            <a:extLst>
              <a:ext uri="{FF2B5EF4-FFF2-40B4-BE49-F238E27FC236}">
                <a16:creationId xmlns:a16="http://schemas.microsoft.com/office/drawing/2014/main" id="{8DC4529D-DC0A-E410-8482-EC91A876550B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14;p1">
            <a:extLst>
              <a:ext uri="{FF2B5EF4-FFF2-40B4-BE49-F238E27FC236}">
                <a16:creationId xmlns:a16="http://schemas.microsoft.com/office/drawing/2014/main" id="{970389F3-35AB-FF49-E1ED-D325003A0E87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15;p1">
            <a:extLst>
              <a:ext uri="{FF2B5EF4-FFF2-40B4-BE49-F238E27FC236}">
                <a16:creationId xmlns:a16="http://schemas.microsoft.com/office/drawing/2014/main" id="{CFE4664B-03E8-F0CA-B930-FFE74B20BEF0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569A69-21A6-44BC-966D-250D792D54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3082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;p1">
            <a:extLst>
              <a:ext uri="{FF2B5EF4-FFF2-40B4-BE49-F238E27FC236}">
                <a16:creationId xmlns:a16="http://schemas.microsoft.com/office/drawing/2014/main" id="{9115AC86-0596-8F1B-4D7B-9CEF83C699EE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14;p1">
            <a:extLst>
              <a:ext uri="{FF2B5EF4-FFF2-40B4-BE49-F238E27FC236}">
                <a16:creationId xmlns:a16="http://schemas.microsoft.com/office/drawing/2014/main" id="{9B86353C-9B12-E451-8A2F-CCFFD39DD8BD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15;p1">
            <a:extLst>
              <a:ext uri="{FF2B5EF4-FFF2-40B4-BE49-F238E27FC236}">
                <a16:creationId xmlns:a16="http://schemas.microsoft.com/office/drawing/2014/main" id="{128CF4BF-C19C-9D6C-C35E-8D87DCE906ED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6ABC59-3F18-4E96-AE2F-02D64D7AE6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949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48;p7">
            <a:extLst>
              <a:ext uri="{FF2B5EF4-FFF2-40B4-BE49-F238E27FC236}">
                <a16:creationId xmlns:a16="http://schemas.microsoft.com/office/drawing/2014/main" id="{CA9C6974-CBD4-261D-EE33-3E0D216E3FB8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49;p7">
            <a:extLst>
              <a:ext uri="{FF2B5EF4-FFF2-40B4-BE49-F238E27FC236}">
                <a16:creationId xmlns:a16="http://schemas.microsoft.com/office/drawing/2014/main" id="{907DF3FA-DBE4-4133-5312-2B43CA2EB197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50;p7">
            <a:extLst>
              <a:ext uri="{FF2B5EF4-FFF2-40B4-BE49-F238E27FC236}">
                <a16:creationId xmlns:a16="http://schemas.microsoft.com/office/drawing/2014/main" id="{6FA829A3-C6CB-ED1E-836D-29612C222369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E78E05-B16B-4A6A-87CA-B7EE64BB48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7439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657327" y="242184"/>
            <a:ext cx="7829345" cy="513080"/>
          </a:xfrm>
          <a:prstGeom prst="rect">
            <a:avLst/>
          </a:prstGeom>
          <a:noFill/>
          <a:ln>
            <a:noFill/>
          </a:ln>
        </p:spPr>
        <p:txBody>
          <a:bodyPr spcFirstLastPara="1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48;p7">
            <a:extLst>
              <a:ext uri="{FF2B5EF4-FFF2-40B4-BE49-F238E27FC236}">
                <a16:creationId xmlns:a16="http://schemas.microsoft.com/office/drawing/2014/main" id="{AB6A2232-C491-D01C-7F71-D2FEF36C1F21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49;p7">
            <a:extLst>
              <a:ext uri="{FF2B5EF4-FFF2-40B4-BE49-F238E27FC236}">
                <a16:creationId xmlns:a16="http://schemas.microsoft.com/office/drawing/2014/main" id="{78E2A974-E2AB-73F6-F83E-536616125902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50;p7">
            <a:extLst>
              <a:ext uri="{FF2B5EF4-FFF2-40B4-BE49-F238E27FC236}">
                <a16:creationId xmlns:a16="http://schemas.microsoft.com/office/drawing/2014/main" id="{D2947DB0-1173-9457-0840-BBC79FFE95EC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99B904-7CC3-49A4-A8EC-62CB25BA28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6001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8;p7">
            <a:extLst>
              <a:ext uri="{FF2B5EF4-FFF2-40B4-BE49-F238E27FC236}">
                <a16:creationId xmlns:a16="http://schemas.microsoft.com/office/drawing/2014/main" id="{0F554B3B-413F-879A-1150-107F8C49A2D0}"/>
              </a:ext>
            </a:extLst>
          </p:cNvPr>
          <p:cNvSpPr txBox="1">
            <a:spLocks noGrp="1"/>
          </p:cNvSpPr>
          <p:nvPr>
            <p:ph type="ft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Google Shape;49;p7">
            <a:extLst>
              <a:ext uri="{FF2B5EF4-FFF2-40B4-BE49-F238E27FC236}">
                <a16:creationId xmlns:a16="http://schemas.microsoft.com/office/drawing/2014/main" id="{98B6C3C7-567C-CEB3-1F67-3326CA586CB2}"/>
              </a:ext>
            </a:extLst>
          </p:cNvPr>
          <p:cNvSpPr txBox="1">
            <a:spLocks noGrp="1"/>
          </p:cNvSpPr>
          <p:nvPr>
            <p:ph type="dt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Google Shape;50;p7">
            <a:extLst>
              <a:ext uri="{FF2B5EF4-FFF2-40B4-BE49-F238E27FC236}">
                <a16:creationId xmlns:a16="http://schemas.microsoft.com/office/drawing/2014/main" id="{80A37682-62E7-9235-5FF9-98D0FCEE4159}"/>
              </a:ext>
            </a:extLst>
          </p:cNvPr>
          <p:cNvSpPr txBox="1">
            <a:spLocks noGrp="1"/>
          </p:cNvSpPr>
          <p:nvPr>
            <p:ph type="sldNum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205186-15D7-40BB-BA65-A9DA32F623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9864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Google Shape;10;p1">
            <a:extLst>
              <a:ext uri="{FF2B5EF4-FFF2-40B4-BE49-F238E27FC236}">
                <a16:creationId xmlns:a16="http://schemas.microsoft.com/office/drawing/2014/main" id="{8616787A-FE1C-41BA-D33C-D4771079120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Google Shape;11;p1">
            <a:extLst>
              <a:ext uri="{FF2B5EF4-FFF2-40B4-BE49-F238E27FC236}">
                <a16:creationId xmlns:a16="http://schemas.microsoft.com/office/drawing/2014/main" id="{D1E2DAAA-C01D-4FEC-BFEB-63B617B2A62B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657225" y="242888"/>
            <a:ext cx="7829550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8" name="Google Shape;12;p1">
            <a:extLst>
              <a:ext uri="{FF2B5EF4-FFF2-40B4-BE49-F238E27FC236}">
                <a16:creationId xmlns:a16="http://schemas.microsoft.com/office/drawing/2014/main" id="{D176CC25-F34A-D84A-DD47-78E8750B5F4F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300038" y="1571625"/>
            <a:ext cx="8639175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9" name="Google Shape;13;p1">
            <a:extLst>
              <a:ext uri="{FF2B5EF4-FFF2-40B4-BE49-F238E27FC236}">
                <a16:creationId xmlns:a16="http://schemas.microsoft.com/office/drawing/2014/main" id="{59CF9675-52F3-3388-8A26-158CF4DA61D1}"/>
              </a:ext>
            </a:extLst>
          </p:cNvPr>
          <p:cNvSpPr txBox="1">
            <a:spLocks noGrp="1"/>
          </p:cNvSpPr>
          <p:nvPr>
            <p:ph type="ftr" idx="11"/>
          </p:nvPr>
        </p:nvSpPr>
        <p:spPr bwMode="auto"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030" name="Google Shape;14;p1">
            <a:extLst>
              <a:ext uri="{FF2B5EF4-FFF2-40B4-BE49-F238E27FC236}">
                <a16:creationId xmlns:a16="http://schemas.microsoft.com/office/drawing/2014/main" id="{5FF29B22-D3B4-90C0-F812-D240D4D80EB6}"/>
              </a:ext>
            </a:extLst>
          </p:cNvPr>
          <p:cNvSpPr txBox="1">
            <a:spLocks noGrp="1"/>
          </p:cNvSpPr>
          <p:nvPr>
            <p:ph type="dt" idx="10"/>
          </p:nvPr>
        </p:nvSpPr>
        <p:spPr bwMode="auto">
          <a:xfrm>
            <a:off x="457200" y="6378575"/>
            <a:ext cx="2103438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031" name="Google Shape;15;p1">
            <a:extLst>
              <a:ext uri="{FF2B5EF4-FFF2-40B4-BE49-F238E27FC236}">
                <a16:creationId xmlns:a16="http://schemas.microsoft.com/office/drawing/2014/main" id="{07AE0BC2-9A26-90E8-A6C2-556B2E1789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6583363" y="6378575"/>
            <a:ext cx="21034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buClr>
                <a:srgbClr val="000000"/>
              </a:buClr>
              <a:buFont typeface="Arial" panose="020B0604020202020204" pitchFamily="34" charset="0"/>
              <a:buNone/>
              <a:defRPr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fld id="{4DEE32E6-07F2-41A9-8B74-F7541817156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Google Shape;45;p7">
            <a:extLst>
              <a:ext uri="{FF2B5EF4-FFF2-40B4-BE49-F238E27FC236}">
                <a16:creationId xmlns:a16="http://schemas.microsoft.com/office/drawing/2014/main" id="{E99226B4-7E58-FA50-0172-78F26B0FF0B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Google Shape;46;p7">
            <a:extLst>
              <a:ext uri="{FF2B5EF4-FFF2-40B4-BE49-F238E27FC236}">
                <a16:creationId xmlns:a16="http://schemas.microsoft.com/office/drawing/2014/main" id="{4EC3270A-CF2D-4F4E-3C22-D6EF558262CB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657225" y="242888"/>
            <a:ext cx="7829550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2052" name="Google Shape;47;p7">
            <a:extLst>
              <a:ext uri="{FF2B5EF4-FFF2-40B4-BE49-F238E27FC236}">
                <a16:creationId xmlns:a16="http://schemas.microsoft.com/office/drawing/2014/main" id="{3DFD58E3-A894-0F05-DEB2-9D4EA9F02C66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300038" y="1571625"/>
            <a:ext cx="8639175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2053" name="Google Shape;48;p7">
            <a:extLst>
              <a:ext uri="{FF2B5EF4-FFF2-40B4-BE49-F238E27FC236}">
                <a16:creationId xmlns:a16="http://schemas.microsoft.com/office/drawing/2014/main" id="{BB4F4245-1BAC-0908-D3FA-1A078DA7EEB4}"/>
              </a:ext>
            </a:extLst>
          </p:cNvPr>
          <p:cNvSpPr txBox="1">
            <a:spLocks noGrp="1"/>
          </p:cNvSpPr>
          <p:nvPr>
            <p:ph type="ftr" idx="11"/>
          </p:nvPr>
        </p:nvSpPr>
        <p:spPr bwMode="auto"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2054" name="Google Shape;49;p7">
            <a:extLst>
              <a:ext uri="{FF2B5EF4-FFF2-40B4-BE49-F238E27FC236}">
                <a16:creationId xmlns:a16="http://schemas.microsoft.com/office/drawing/2014/main" id="{AD8823EB-58DC-D156-73EC-9BC6E4B4297E}"/>
              </a:ext>
            </a:extLst>
          </p:cNvPr>
          <p:cNvSpPr txBox="1">
            <a:spLocks noGrp="1"/>
          </p:cNvSpPr>
          <p:nvPr>
            <p:ph type="dt" idx="10"/>
          </p:nvPr>
        </p:nvSpPr>
        <p:spPr bwMode="auto">
          <a:xfrm>
            <a:off x="457200" y="6378575"/>
            <a:ext cx="2103438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1" hangingPunct="1">
              <a:buClr>
                <a:srgbClr val="000000"/>
              </a:buClr>
              <a:buSzPts val="1400"/>
              <a:buFont typeface="Arial" panose="020B0604020202020204" pitchFamily="34" charset="0"/>
              <a:buNone/>
              <a:defRPr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2055" name="Google Shape;50;p7">
            <a:extLst>
              <a:ext uri="{FF2B5EF4-FFF2-40B4-BE49-F238E27FC236}">
                <a16:creationId xmlns:a16="http://schemas.microsoft.com/office/drawing/2014/main" id="{EFB500FB-BB6C-AC9D-A6B9-D995906284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 bwMode="auto">
          <a:xfrm>
            <a:off x="6583363" y="6378575"/>
            <a:ext cx="21034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buClr>
                <a:srgbClr val="000000"/>
              </a:buClr>
              <a:buSzPts val="1800"/>
              <a:buFont typeface="Arial" panose="020B0604020202020204" pitchFamily="34" charset="0"/>
              <a:buNone/>
              <a:defRPr sz="1800">
                <a:solidFill>
                  <a:srgbClr val="888888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fld id="{E1FE368C-E44B-4DBA-B21D-B7700145984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31791-E3DB-0E2A-8A0E-67D7D3F68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327" y="242184"/>
            <a:ext cx="7829345" cy="492443"/>
          </a:xfrm>
        </p:spPr>
        <p:txBody>
          <a:bodyPr/>
          <a:lstStyle/>
          <a:p>
            <a:r>
              <a:rPr lang="en-IN" dirty="0"/>
              <a:t>FEATURES TO BE ADDED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CFEDB-D0EA-EC86-D4A1-18CCD51FC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029472" cy="5170646"/>
          </a:xfrm>
        </p:spPr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IN BLOCKCHAIN STRUCTURE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model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User pays gas for the transaction to be added into the chain.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Upgraded model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 Company pays gas for all transactions. For cost efficiency, all transactions are added into a Merkle tree. Using Merkle Tree also allows this model to be highly scalable. Receipt is claimed by using Merkle proof.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ISSUER REGISTRY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 must register their public addresses. Only registered companies are accepted.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anyone from pretending to be a company.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RECEIPT TRANSFER</a:t>
            </a:r>
          </a:p>
          <a:p>
            <a:pPr marL="228600" indent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Allows user receipt ownership at times of resale, gift</a:t>
            </a:r>
          </a:p>
          <a:p>
            <a:pPr marL="228600" indent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OTP BASE CLAIM PROTECTION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claim link leaks, anyone can claim first. So, use OTP to authenticate a user.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FOR USERS AND COMPANIES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8C8186-F906-3CF7-831A-AC88F2F3A016}"/>
              </a:ext>
            </a:extLst>
          </p:cNvPr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0AE78E05-B16B-4A6A-87CA-B7EE64BB48C4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46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iew -1 - Template [Compatibility Mode]" id="{9B606B7F-8B4B-4623-B3C0-5C77881EEC30}" vid="{DE8A99E6-8A0F-4784-9EF9-0F6C90A4D7D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iew -1 - Template [Compatibility Mode]" id="{9B606B7F-8B4B-4623-B3C0-5C77881EEC30}" vid="{7993B5AA-20CD-43BE-B2BE-FCB49A2FA43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</TotalTime>
  <Words>141</Words>
  <Application>Microsoft Office PowerPoint</Application>
  <PresentationFormat>On-screen Show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Times New Roman</vt:lpstr>
      <vt:lpstr>Office Theme</vt:lpstr>
      <vt:lpstr>Office Theme</vt:lpstr>
      <vt:lpstr>FEATURES TO BE ADDED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sangeetha mariammal</dc:creator>
  <cp:lastModifiedBy>Sanjay S M</cp:lastModifiedBy>
  <cp:revision>25</cp:revision>
  <dcterms:modified xsi:type="dcterms:W3CDTF">2026-02-17T17:52:07Z</dcterms:modified>
</cp:coreProperties>
</file>